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486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🏆 EDGEMINDS INTERNSHIP 2026 – PROJECT SUMMARY AND FINAL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0B981"/>
                </a:solidFill>
              </a:defRPr>
            </a:pPr>
            <a:r>
              <a:t>EduMind</a:t>
            </a:r>
          </a:p>
          <a:p>
            <a:pPr>
              <a:spcBef>
                <a:spcPts val="800"/>
              </a:spcBef>
              <a:defRPr sz="2200" b="1">
                <a:solidFill>
                  <a:srgbClr val="F8FAFC"/>
                </a:solidFill>
              </a:defRPr>
            </a:pPr>
            <a:r>
              <a:t>Edge-AI Offline RAG MCQ &amp; Pagewise Note Generator Engine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t>100% Local Intelligence Powered by Llama 3.2 1B &amp; NVIDIA Jetson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52120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👥 Team Information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94A3B8"/>
                </a:solidFill>
              </a:rPr>
              <a:t>Team Name: </a:t>
            </a:r>
            <a:r>
              <a:rPr b="1" sz="1300">
                <a:solidFill>
                  <a:srgbClr val="F8FAFC"/>
                </a:solidFill>
              </a:rPr>
              <a:t>Edge Thinkers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94A3B8"/>
                </a:solidFill>
              </a:rPr>
              <a:t>Team Leader: </a:t>
            </a:r>
            <a:r>
              <a:rPr b="1" sz="1300">
                <a:solidFill>
                  <a:srgbClr val="F8FAFC"/>
                </a:solidFill>
              </a:rPr>
              <a:t>Aditya Verma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94A3B8"/>
                </a:solidFill>
              </a:rPr>
              <a:t>Track: </a:t>
            </a:r>
            <a:r>
              <a:rPr b="1" sz="1300">
                <a:solidFill>
                  <a:srgbClr val="F8FAFC"/>
                </a:solidFill>
              </a:rPr>
              <a:t>Edge AI / Local RAG &amp; SLM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3657600"/>
            <a:ext cx="52120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🏫 Academic Affiliation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94A3B8"/>
                </a:solidFill>
              </a:rPr>
              <a:t>Institution: </a:t>
            </a:r>
            <a:r>
              <a:rPr b="1" sz="1300">
                <a:solidFill>
                  <a:srgbClr val="F8FAFC"/>
                </a:solidFill>
              </a:rPr>
              <a:t>Madan Mohan Malaviya University of Technology (MMMUT)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94A3B8"/>
                </a:solidFill>
              </a:rPr>
              <a:t>Department: </a:t>
            </a:r>
            <a:r>
              <a:rPr b="1" sz="1300">
                <a:solidFill>
                  <a:srgbClr val="F8FAFC"/>
                </a:solidFill>
              </a:rPr>
              <a:t>Electronics &amp; Communication Engineering (ECE)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94A3B8"/>
                </a:solidFill>
              </a:rPr>
              <a:t>Deployment Target: </a:t>
            </a:r>
            <a:r>
              <a:rPr b="1" sz="1300">
                <a:solidFill>
                  <a:srgbClr val="F8FAFC"/>
                </a:solidFill>
              </a:rPr>
              <a:t>NVIDIA Jetson Orin / L4T CUDA Acceleration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Meet the Team — Edge Thinkers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17320" y="182880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Aditya Verma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6366F1"/>
                </a:solidFill>
              </a:defRPr>
            </a:pPr>
            <a:r>
              <a:t>Lead Developer (Team Leader)</a:t>
            </a:r>
          </a:p>
          <a:p>
            <a:pPr algn="ctr">
              <a:spcBef>
                <a:spcPts val="600"/>
              </a:spcBef>
              <a:defRPr sz="800">
                <a:solidFill>
                  <a:srgbClr val="334155"/>
                </a:solidFill>
              </a:defRPr>
            </a:pPr>
            <a:r>
              <a:t>───────────────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RAG Architecture, Local LLM Integration &amp; Quality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60520" y="182880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1089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Satyam Kumar Mishra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Systems Engineer</a:t>
            </a:r>
          </a:p>
          <a:p>
            <a:pPr algn="ctr">
              <a:spcBef>
                <a:spcPts val="600"/>
              </a:spcBef>
              <a:defRPr sz="800">
                <a:solidFill>
                  <a:srgbClr val="334155"/>
                </a:solidFill>
              </a:defRPr>
            </a:pPr>
            <a:r>
              <a:t>───────────────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Streamlit Interface &amp; Jetson Hardware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03720" y="182880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1089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Sachin Maurya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3B82F6"/>
                </a:solidFill>
              </a:defRPr>
            </a:pPr>
            <a:r>
              <a:t>ML / Data Pipeline Engineer</a:t>
            </a:r>
          </a:p>
          <a:p>
            <a:pPr algn="ctr">
              <a:spcBef>
                <a:spcPts val="600"/>
              </a:spcBef>
              <a:defRPr sz="800">
                <a:solidFill>
                  <a:srgbClr val="334155"/>
                </a:solidFill>
              </a:defRPr>
            </a:pPr>
            <a:r>
              <a:t>───────────────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PDF Ingestion, Regex OCR Cleaning &amp; Chunking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46920" y="182880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855F7"/>
                </a:solidFill>
              </a:defRPr>
            </a:pPr>
            <a:r>
              <a:t>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1089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Ratandeep Shukla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A855F7"/>
                </a:solidFill>
              </a:defRPr>
            </a:pPr>
            <a:r>
              <a:t>Testing &amp; Evaluation Lead</a:t>
            </a:r>
          </a:p>
          <a:p>
            <a:pPr algn="ctr">
              <a:spcBef>
                <a:spcPts val="600"/>
              </a:spcBef>
              <a:defRPr sz="800">
                <a:solidFill>
                  <a:srgbClr val="334155"/>
                </a:solidFill>
              </a:defRPr>
            </a:pPr>
            <a:r>
              <a:t>───────────────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Quiz Quality Gates &amp; Benchmark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Problem Statement — Educational AI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⚠️ The Problem: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Traditional AI learning tools rely heavily on cloud APIs, requiring continuous internet connectivity, incurring high recurring costs, and producing degraded assessments (verbatim fill-in-the-blank questions and broken PDF encodings).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👤 Who Faces It: University students, educators, and institutions in low-bandwidth, offline, or air-gapped study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1. High Cloud Dependency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High latency, expensive token costs, and total failure when internet connectivity is lost or throttled.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2. Corrupted PDF Text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Broken font encodings in raw lecture notes (e.g. 'c ntr l' instead of 'control') ruin vector retrieval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3. Low MCQ Quality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LLMs default to trivial fill-in-the-blank questions (rote recall) instead of testing deep conceptual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Why This Problem Matters — Strategic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💡 1. Broad Educational Impact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Enables uninterrupted, 100% offline self-assessment and revision for millions of students without expensive subscription cloud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🚀 2. Why Now?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Recent breakthroughs in 1B Small Language Models (SLMs like Llama 3.2 1B) make real-time edge intelligence viable on compact embedded devices.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🔒 3. Why Edge AI?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Zero internet requirement, 100% data privacy for confidential university lecture notes, and sub-2s inference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3931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🎯 4. Who Benefits?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University students preparing for competitive exams, remote academic faculties, and air-gapped institutional study labs.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Our Solution — EduMind Edge-AI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✨ Solution in One Line: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</a:defRPr>
            </a:pPr>
            <a:r>
              <a:t>An end-to-end, 100% offline Edge-AI RAG platform that transforms raw syllabus PDFs into validated conceptual MCQs and pagewise study notes.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⚙️ What We Built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A lightweight Streamlit app running locally via Ollama (llama3.2:1b &amp; nomic-embed-text) with automated regex OCR text repair and Python-level quality validation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256032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🌟 Key Features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1. Sequential Pagewise Summarization (0% topic loss).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2. Direct Conceptual MCQs (No fill-in-the-blank underscores).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3. Python-Level Option Randomization &amp; Page Citation.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🔄 Input → Processing → Output Journey: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Raw PDF Notes ➔ OCR Repair &amp; Chunking ➔ Local Vector / Pagewise Extraction ➔ Ollama Inference &amp; Quality Gate ➔ Exam-Ready Quiz &amp; Revision Notes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System Architecture — End-to-End Local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600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1. Input Layer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Raw PDF / Word Notes</a:t>
            </a:r>
            <a:br/>
            <a:r>
              <a:t>(Multi-Page Upload)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310896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828800"/>
            <a:ext cx="1600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2. App / UI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Streamlit Interface</a:t>
            </a:r>
            <a:br/>
            <a:r>
              <a:t>(Port 8505 / 8506)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1600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3. Data Pipeline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Regex OCR Repair &amp;</a:t>
            </a:r>
            <a:br/>
            <a:r>
              <a:t>FAISS Vector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10896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828800"/>
            <a:ext cx="1600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SLM Engine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Ollama REST API</a:t>
            </a:r>
            <a:br/>
            <a:r>
              <a:t>(llama3.2:1b &amp; nomic)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10896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1600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5. Jetson Target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NVIDIA Jetson Board</a:t>
            </a:r>
            <a:br/>
            <a:r>
              <a:t>(CUDA Acceleration)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3108960"/>
            <a:ext cx="18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828800"/>
            <a:ext cx="16002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1300" b="1">
                <a:solidFill>
                  <a:srgbClr val="EC4899"/>
                </a:solidFill>
              </a:defRPr>
            </a:pPr>
            <a:r>
              <a:t>6. Validated Output</a:t>
            </a:r>
          </a:p>
          <a:p>
            <a:pPr algn="ctr">
              <a:defRPr sz="800">
                <a:solidFill>
                  <a:srgbClr val="334155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Conceptual MCQs &amp;</a:t>
            </a:r>
            <a:br/>
            <a:r>
              <a:t>Pagewise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🛡️ Key Architectural Guardrails: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100% Offline execution via REST API (http://172.17.0.1:11434)  • Deterministic fallback parser to prevent model refusals  • Python-level ground-truth validation gates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Model, Tools &amp; Jetson Deployment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🤖 Model Used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Model: </a:t>
            </a:r>
            <a:r>
              <a:rPr b="1" sz="1100">
                <a:solidFill>
                  <a:srgbClr val="F8FAFC"/>
                </a:solidFill>
              </a:rPr>
              <a:t>Meta Llama 3.2 (1B Parameter)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Type: </a:t>
            </a:r>
            <a:r>
              <a:rPr b="1" sz="1100">
                <a:solidFill>
                  <a:srgbClr val="F8FAFC"/>
                </a:solidFill>
              </a:rPr>
              <a:t>Small Language Model (SLM)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Embeddings: </a:t>
            </a:r>
            <a:r>
              <a:rPr b="1" sz="1100">
                <a:solidFill>
                  <a:srgbClr val="F8FAFC"/>
                </a:solidFill>
              </a:rPr>
              <a:t>nomic-embed-text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Quantization: </a:t>
            </a:r>
            <a:r>
              <a:rPr b="1" sz="1100">
                <a:solidFill>
                  <a:srgbClr val="F8FAFC"/>
                </a:solidFill>
              </a:rPr>
              <a:t>Q4_K_M 4-bit Quantization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Context Window: </a:t>
            </a:r>
            <a:r>
              <a:rPr b="1" sz="1100">
                <a:solidFill>
                  <a:srgbClr val="F8FAFC"/>
                </a:solidFill>
              </a:rPr>
              <a:t>1024 Tokens (Optimized)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🛠️ Tools &amp; Stack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Runtime: </a:t>
            </a:r>
            <a:r>
              <a:rPr b="1" sz="1100">
                <a:solidFill>
                  <a:srgbClr val="F8FAFC"/>
                </a:solidFill>
              </a:rPr>
              <a:t>Python 3.14 &amp; Ollama Local Server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Framework: </a:t>
            </a:r>
            <a:r>
              <a:rPr b="1" sz="1100">
                <a:solidFill>
                  <a:srgbClr val="F8FAFC"/>
                </a:solidFill>
              </a:rPr>
              <a:t>LangChain &amp; Streamlit UI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Vector Store: </a:t>
            </a:r>
            <a:r>
              <a:rPr b="1" sz="1100">
                <a:solidFill>
                  <a:srgbClr val="F8FAFC"/>
                </a:solidFill>
              </a:rPr>
              <a:t>FAISS Vector Database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Regex Engine: </a:t>
            </a:r>
            <a:r>
              <a:rPr b="1" sz="1100">
                <a:solidFill>
                  <a:srgbClr val="F8FAFC"/>
                </a:solidFill>
              </a:rPr>
              <a:t>OCR Character Repair Engine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Validation: </a:t>
            </a:r>
            <a:r>
              <a:rPr b="1" sz="1100">
                <a:solidFill>
                  <a:srgbClr val="F8FAFC"/>
                </a:solidFill>
              </a:rPr>
              <a:t>Python Option Shuffler &amp;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⚡ Deployment on Jetson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Hardware: </a:t>
            </a:r>
            <a:r>
              <a:rPr b="1" sz="1100">
                <a:solidFill>
                  <a:srgbClr val="F8FAFC"/>
                </a:solidFill>
              </a:rPr>
              <a:t>NVIDIA Jetson Board (Orin / Nano)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OS / SDK: </a:t>
            </a:r>
            <a:r>
              <a:rPr b="1" sz="1100">
                <a:solidFill>
                  <a:srgbClr val="F8FAFC"/>
                </a:solidFill>
              </a:rPr>
              <a:t>JetPack / L4T CUDA Acceleration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VRAM Footprint: </a:t>
            </a:r>
            <a:r>
              <a:rPr b="1" sz="1100">
                <a:solidFill>
                  <a:srgbClr val="F8FAFC"/>
                </a:solidFill>
              </a:rPr>
              <a:t>~1.8 GB VRAM / RAM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Optimization: </a:t>
            </a:r>
            <a:r>
              <a:rPr b="1" sz="1100">
                <a:solidFill>
                  <a:srgbClr val="F8FAFC"/>
                </a:solidFill>
              </a:rPr>
              <a:t>Single-Pass Chunk Generation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94A3B8"/>
                </a:solidFill>
              </a:rPr>
              <a:t>• Network Mode: </a:t>
            </a:r>
            <a:r>
              <a:rPr b="1" sz="1100">
                <a:solidFill>
                  <a:srgbClr val="F8FAFC"/>
                </a:solidFill>
              </a:rPr>
              <a:t>100% Air-Gapped Offline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Live Demo Flow — Step-by-Step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1: Document Ingestion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Upload course PDF (e.g. Operating Systems Lecture Notes) into EduMind sidebar.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46304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2: Range &amp; Topic Selection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Select target page range (e.g. Pages 1–10) and optional custom topic focus.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3: Pagewise Notes Trigger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Click 'Pagewise Notes' — Receive instant, un-truncated markdown notes with headings.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310896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4: Practice Quiz Generation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Click 'Practice Quiz' — System generates direct conceptual MCQs without fill-in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5: Grading &amp; Page Citation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Submit quiz answers — Receive immediate grading with exact source page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475488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6: Offline Jetson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Disconnect internet cable to demonstrate 100% Edge-AI operation on NVIDIA Jetson.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Key Metrics &amp; Results — Benchmark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⚡ 1.2s - 2.5s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Inference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🎯 92%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Conceptual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💾 ~1.8 GB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VRAM / RAM Footprint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2000" b="1">
                <a:solidFill>
                  <a:srgbClr val="A855F7"/>
                </a:solidFill>
              </a:defRPr>
            </a:pPr>
            <a:r>
              <a:t>🌐 100%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Offline Independence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3832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🧪 48 / 50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PDF Benchmarks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43200"/>
            <a:ext cx="33832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 wrap="square"/>
          <a:lstStyle/>
          <a:p>
            <a:pPr algn="ctr">
              <a:defRPr sz="2000" b="1">
                <a:solidFill>
                  <a:srgbClr val="EC4899"/>
                </a:solidFill>
              </a:defRPr>
            </a:pPr>
            <a:r>
              <a:t>🗣️ Multi-Lang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Extensible 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📊 Before vs. After EduMind Optimization: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572000"/>
          <a:ext cx="103628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590495"/>
              </a:tblGrid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</a:defRPr>
                      </a:pPr>
                      <a:r>
                        <a:t>Feature Metric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</a:defRPr>
                      </a:pPr>
                      <a:r>
                        <a:t>Standard Cloud RAG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</a:defRPr>
                      </a:pPr>
                      <a:r>
                        <a:t>EduMind Edge-AI Engine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</a:defRPr>
                      </a:pPr>
                      <a:r>
                        <a:t>Improvement Impact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Network Dependency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Requires 100% Cloud Internet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100% Local / Offline on Jetson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Zero API Downtime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MCQ Quality &amp; OCR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Verbatim fill-in-blanks &amp; broken 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Conceptual MCQs &amp; Regex Repair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92% Accuracy Pass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Novelty, Conclusion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✨ What Makes It Novel?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Solves the 1B SLM instruction-overload problem by delegating option shuffling and validation to Python while running regex text repair prior to vector inference.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🎓 Key Conclusion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Demonstrates that lightweight 1B models deployed on edge hardware can outperform cloud APIs in reliability and domain-specific assessment tasks when paired with strict guardrails.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🚀 Future Roadmap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1. Voice-guided quiz audio narration.</a:t>
            </a:r>
            <a:br/>
            <a:r>
              <a:t>2. Multimodal lecture diagram parsing.</a:t>
            </a:r>
            <a:br/>
            <a:r>
              <a:t>3. Quantized 3B parameter model support on Jetson Orin.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💬 Thank You! Happy to take questions, live feedback, and evaluation comments.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EDUMIND • EDGEMINDS INTERNSHIP 2026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Project Evaluation Rubric — EDGEMINDS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📋 EDGEMINDS Internship 2026 Evaluation Reference Matrix: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5333695"/>
                <a:gridCol w="182880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</a:defRPr>
                      </a:pPr>
                      <a:r>
                        <a:t>Weightage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</a:defRPr>
                      </a:pPr>
                      <a:r>
                        <a:t>Description &amp; Implementation Standard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</a:defRPr>
                      </a:pPr>
                      <a:r>
                        <a:t>EduMind Compliance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Functionality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4A3B8"/>
                          </a:solidFill>
                        </a:defRPr>
                      </a:pPr>
                      <a:r>
                        <a:t>30 Wt.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Works reliably on Jetson board, completes core task without crashing.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100% Functional on Jetson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4A3B8"/>
                          </a:solidFill>
                        </a:defRPr>
                      </a:pPr>
                      <a:r>
                        <a:t>25 Wt.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Novel Edge-RAG architecture beyond basic templates, featuring regex repair.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Novel Dual Quality Pipeline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Edge-Readiness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4A3B8"/>
                          </a:solidFill>
                        </a:defRPr>
                      </a:pPr>
                      <a:r>
                        <a:t>20 Wt.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100% offline execution, optimized VRAM/memory footprint (&lt;1.8 GB).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Air-Gapped CUDA L4T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Technical Quality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4A3B8"/>
                          </a:solidFill>
                        </a:defRPr>
                      </a:pPr>
                      <a:r>
                        <a:t>15 Wt.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Clean Python 3.14 code, regex repair engines, and ground-truth validation.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Production Code 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Presentation &amp; Demo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4A3B8"/>
                          </a:solidFill>
                        </a:defRPr>
                      </a:pPr>
                      <a:r>
                        <a:t>10 Wt.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Clear story, live Jetson demonstration, and thorough documentation.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Live Demo &amp; Backup Log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